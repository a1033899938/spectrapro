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模仿手动创建的贝塞尔曲线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34596" y="3443760"/>
            <a:ext cx="3082506" cy="1802398"/>
          </a:xfrm>
          <a:ln a:w="34335" a:cap="rnd" a:cmpd="sng" a:algn="ctr">
            <a:solidFill>
              <a:srgbClr a:val="FF0000"/>
            </a:solidFill>
            <a:prstDash val="solid"/>
          </a:ln>
          <a:noFill/>
          <a:pathLst>
            <a:path a:w="3082506" a:h="1802398">
              <a:moveTo>
                <a:pt a:x="0" a:y="1024723"/>
              </a:moveTo>
              <a:cubicBezTo>
                <a:pt a:x="159110" a:y="498991"/>
                <a:pt a:x="318220" a:y="-26741"/>
                <a:pt a:x="477329" a:y="1055"/>
              </a:cubicBezTo>
              <!-- 省略其他曲线段，保持与原XML一致 -->
              <a:cubicBezTo>
                <a:pt a:x="3082506" a:y="369115"/>
              </a:cubicBezTo>
            </a:path>
          </a:path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